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97712-C481-4271-BED0-9C7FF84A3C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D64C-9525-4AD6-865F-9C4F59DC8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438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97712-C481-4271-BED0-9C7FF84A3C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D64C-9525-4AD6-865F-9C4F59DC8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35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97712-C481-4271-BED0-9C7FF84A3C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D64C-9525-4AD6-865F-9C4F59DC8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426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97712-C481-4271-BED0-9C7FF84A3C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D64C-9525-4AD6-865F-9C4F59DC8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735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97712-C481-4271-BED0-9C7FF84A3C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D64C-9525-4AD6-865F-9C4F59DC8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128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97712-C481-4271-BED0-9C7FF84A3C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D64C-9525-4AD6-865F-9C4F59DC8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931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97712-C481-4271-BED0-9C7FF84A3C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D64C-9525-4AD6-865F-9C4F59DC8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223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97712-C481-4271-BED0-9C7FF84A3C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D64C-9525-4AD6-865F-9C4F59DC8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040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97712-C481-4271-BED0-9C7FF84A3C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D64C-9525-4AD6-865F-9C4F59DC8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958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97712-C481-4271-BED0-9C7FF84A3C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D64C-9525-4AD6-865F-9C4F59DC8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818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97712-C481-4271-BED0-9C7FF84A3C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7D64C-9525-4AD6-865F-9C4F59DC8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112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97712-C481-4271-BED0-9C7FF84A3C9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7D64C-9525-4AD6-865F-9C4F59DC80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265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anaconda.com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1582400" cy="7032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900" dirty="0" smtClean="0"/>
              <a:t>Python Installation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hlinkClick r:id="rId2"/>
              </a:rPr>
              <a:t>https://www.anaconda.com</a:t>
            </a:r>
            <a:endParaRPr lang="en-US" altLang="ko-KR" sz="16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During installation, make sure to </a:t>
            </a:r>
            <a:r>
              <a:rPr lang="en-US" altLang="ko-KR" sz="1600" b="1" dirty="0" smtClean="0"/>
              <a:t>check the option to add Anaconda to your system PATH</a:t>
            </a:r>
            <a:r>
              <a:rPr lang="en-US" altLang="ko-KR" sz="1600" dirty="0" smtClean="0"/>
              <a:t> (environment variables)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900" dirty="0" smtClean="0"/>
              <a:t>Fon</a:t>
            </a:r>
            <a:r>
              <a:rPr lang="en-US" altLang="ko-KR" sz="1900" dirty="0" smtClean="0"/>
              <a:t>t Installation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Install the font by double-clicking the file </a:t>
            </a:r>
            <a:r>
              <a:rPr lang="en-US" altLang="ko-KR" sz="1600" b="1" dirty="0" smtClean="0"/>
              <a:t>D2Coding-Ver1.3.2-20180524.ttc</a:t>
            </a:r>
            <a:r>
              <a:rPr lang="en-US" altLang="ko-KR" sz="1600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This prevents Korean text from breaking or displaying incorrectly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900" dirty="0" smtClean="0"/>
              <a:t>Required Package Installation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Open the command prompt and enter the following command: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500" dirty="0" smtClean="0"/>
              <a:t>pip install </a:t>
            </a:r>
            <a:r>
              <a:rPr lang="en-US" altLang="ko-KR" sz="1500" dirty="0" err="1" smtClean="0"/>
              <a:t>pygame</a:t>
            </a:r>
            <a:endParaRPr lang="en-US" altLang="ko-KR" sz="15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On Windows: search for </a:t>
            </a:r>
            <a:r>
              <a:rPr lang="en-US" altLang="ko-KR" sz="1600" b="1" dirty="0" smtClean="0"/>
              <a:t>Anaconda Prompt</a:t>
            </a:r>
            <a:r>
              <a:rPr lang="en-US" altLang="ko-KR" sz="1600" dirty="0" smtClean="0"/>
              <a:t> and open it (this works as your command prompt)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On Mac: search for </a:t>
            </a:r>
            <a:r>
              <a:rPr lang="en-US" altLang="ko-KR" sz="1600" b="1" dirty="0" err="1" smtClean="0"/>
              <a:t>Te</a:t>
            </a:r>
            <a:r>
              <a:rPr lang="en-US" altLang="ko-KR" sz="1600" b="1" dirty="0" err="1" smtClean="0"/>
              <a:t>m</a:t>
            </a:r>
            <a:r>
              <a:rPr lang="en-US" altLang="ko-KR" sz="1600" b="1" dirty="0" err="1" smtClean="0"/>
              <a:t>rinal</a:t>
            </a:r>
            <a:r>
              <a:rPr lang="en-US" altLang="ko-KR" sz="1600" dirty="0" smtClean="0"/>
              <a:t> and open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900" dirty="0" smtClean="0"/>
              <a:t>Running the App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700" dirty="0" smtClean="0"/>
              <a:t>There are two ways to run the application: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700" dirty="0" smtClean="0"/>
              <a:t>1. If VS Code is installed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500" dirty="0" smtClean="0"/>
              <a:t>Open </a:t>
            </a:r>
            <a:r>
              <a:rPr lang="en-US" altLang="ko-KR" sz="1500" b="1" dirty="0" smtClean="0"/>
              <a:t>VS Code</a:t>
            </a:r>
            <a:r>
              <a:rPr lang="en-US" altLang="ko-KR" sz="1500" dirty="0" smtClean="0"/>
              <a:t>, open the </a:t>
            </a:r>
            <a:r>
              <a:rPr lang="en-US" altLang="ko-KR" sz="1500" b="1" dirty="0" smtClean="0"/>
              <a:t>Braille</a:t>
            </a:r>
            <a:r>
              <a:rPr lang="en-US" altLang="ko-KR" sz="1500" dirty="0" smtClean="0"/>
              <a:t> folder (you must open the </a:t>
            </a:r>
            <a:r>
              <a:rPr lang="en-US" altLang="ko-KR" sz="1500" i="1" dirty="0" smtClean="0"/>
              <a:t>folder</a:t>
            </a:r>
            <a:r>
              <a:rPr lang="en-US" altLang="ko-KR" sz="1500" dirty="0" smtClean="0"/>
              <a:t>, not individual files like main.py)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500" dirty="0" smtClean="0"/>
              <a:t>In the left navigator, double-click </a:t>
            </a:r>
            <a:r>
              <a:rPr lang="en-US" altLang="ko-KR" sz="1500" b="1" dirty="0" smtClean="0"/>
              <a:t>main.py</a:t>
            </a:r>
            <a:r>
              <a:rPr lang="en-US" altLang="ko-KR" sz="1500" dirty="0" smtClean="0"/>
              <a:t> to open it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500" dirty="0" smtClean="0"/>
              <a:t>Click the </a:t>
            </a:r>
            <a:r>
              <a:rPr lang="en-US" altLang="ko-KR" sz="1500" b="1" dirty="0" smtClean="0"/>
              <a:t>play button (triangle icon)</a:t>
            </a:r>
            <a:r>
              <a:rPr lang="en-US" altLang="ko-KR" sz="1500" dirty="0" smtClean="0"/>
              <a:t> at the top right to run the file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700" dirty="0" smtClean="0"/>
              <a:t>2. If VS Code is </a:t>
            </a:r>
            <a:r>
              <a:rPr lang="en-US" altLang="ko-KR" sz="1700" i="1" dirty="0" smtClean="0"/>
              <a:t>not</a:t>
            </a:r>
            <a:r>
              <a:rPr lang="en-US" altLang="ko-KR" sz="1700" dirty="0" smtClean="0"/>
              <a:t> installed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500" dirty="0" smtClean="0"/>
              <a:t>Open the command prompt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500" dirty="0" smtClean="0"/>
              <a:t>Move the prompt’s current directory to the Braille folder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500" dirty="0" smtClean="0"/>
              <a:t>Enter the following command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altLang="ko-KR" sz="1500" dirty="0" smtClean="0"/>
              <a:t>Python main.py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500" dirty="0" smtClean="0"/>
              <a:t>The image on the right is an example based on my own computer setup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500" dirty="0" smtClean="0"/>
              <a:t>Folder paths and the default command prompt location may vary depending on your device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500" dirty="0" smtClean="0"/>
              <a:t>Please check the location of your </a:t>
            </a:r>
            <a:r>
              <a:rPr lang="en-US" altLang="ko-KR" sz="1500" b="1" dirty="0" smtClean="0"/>
              <a:t>Braille</a:t>
            </a:r>
            <a:r>
              <a:rPr lang="en-US" altLang="ko-KR" sz="1500" dirty="0" smtClean="0"/>
              <a:t> folder and the current command prompt location carefully before following the steps above</a:t>
            </a:r>
          </a:p>
        </p:txBody>
      </p:sp>
      <p:pic>
        <p:nvPicPr>
          <p:cNvPr id="4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C4437A-283C-52DE-08C0-A80937BFA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890" y="4800341"/>
            <a:ext cx="4127500" cy="825500"/>
          </a:xfrm>
          <a:prstGeom prst="rect">
            <a:avLst/>
          </a:prstGeom>
        </p:spPr>
      </p:pic>
      <p:cxnSp>
        <p:nvCxnSpPr>
          <p:cNvPr id="5" name="Straight Arrow Connector 13">
            <a:extLst>
              <a:ext uri="{FF2B5EF4-FFF2-40B4-BE49-F238E27FC236}">
                <a16:creationId xmlns:a16="http://schemas.microsoft.com/office/drawing/2014/main" id="{CC17921E-9B78-131A-DAE3-CCBDFC5DCA1C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7579897" y="3670487"/>
            <a:ext cx="1036385" cy="13780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27495" y="3116489"/>
            <a:ext cx="23775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 smtClean="0"/>
              <a:t>Command to change the</a:t>
            </a:r>
          </a:p>
          <a:p>
            <a:r>
              <a:rPr lang="en-US" altLang="ko-KR" sz="1500" dirty="0" smtClean="0"/>
              <a:t>location of the prompt</a:t>
            </a:r>
            <a:endParaRPr lang="ko-KR" altLang="en-US" sz="1500" dirty="0"/>
          </a:p>
        </p:txBody>
      </p:sp>
      <p:sp>
        <p:nvSpPr>
          <p:cNvPr id="9" name="TextBox 8"/>
          <p:cNvSpPr txBox="1"/>
          <p:nvPr/>
        </p:nvSpPr>
        <p:spPr>
          <a:xfrm>
            <a:off x="10443794" y="3516347"/>
            <a:ext cx="168866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500" dirty="0" smtClean="0"/>
              <a:t>Prompt’s current </a:t>
            </a:r>
          </a:p>
          <a:p>
            <a:pPr algn="ctr"/>
            <a:r>
              <a:rPr lang="en-US" altLang="ko-KR" sz="1500" dirty="0" smtClean="0"/>
              <a:t>location</a:t>
            </a:r>
            <a:endParaRPr lang="ko-KR" altLang="en-US" sz="1500" dirty="0"/>
          </a:p>
        </p:txBody>
      </p:sp>
      <p:cxnSp>
        <p:nvCxnSpPr>
          <p:cNvPr id="10" name="Straight Arrow Connector 11">
            <a:extLst>
              <a:ext uri="{FF2B5EF4-FFF2-40B4-BE49-F238E27FC236}">
                <a16:creationId xmlns:a16="http://schemas.microsoft.com/office/drawing/2014/main" id="{651C1B0E-F7E4-98E2-BD45-66AB8540166D}"/>
              </a:ext>
            </a:extLst>
          </p:cNvPr>
          <p:cNvCxnSpPr/>
          <p:nvPr/>
        </p:nvCxnSpPr>
        <p:spPr>
          <a:xfrm flipH="1">
            <a:off x="10234863" y="4070345"/>
            <a:ext cx="1053265" cy="1142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34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240</Words>
  <Application>Microsoft Office PowerPoint</Application>
  <PresentationFormat>와이드스크린</PresentationFormat>
  <Paragraphs>29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나무컨설팅</dc:creator>
  <cp:lastModifiedBy>나무컨설팅</cp:lastModifiedBy>
  <cp:revision>2</cp:revision>
  <dcterms:created xsi:type="dcterms:W3CDTF">2025-11-14T08:55:09Z</dcterms:created>
  <dcterms:modified xsi:type="dcterms:W3CDTF">2025-11-14T09:04:02Z</dcterms:modified>
</cp:coreProperties>
</file>