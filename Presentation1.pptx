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4"/>
    <p:restoredTop sz="94683"/>
  </p:normalViewPr>
  <p:slideViewPr>
    <p:cSldViewPr snapToGrid="0">
      <p:cViewPr varScale="1">
        <p:scale>
          <a:sx n="133" d="100"/>
          <a:sy n="133" d="100"/>
        </p:scale>
        <p:origin x="3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C579-9C7C-D087-71DB-FE49C7501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B18E8-C0CB-AC6C-2C5A-7EF605D5C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7F62-7DB5-06A4-930C-F56F4842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5E848-01E8-9F96-8FE6-29E98733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18AF9-832E-F6C5-4B3E-10B0F06A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959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BD5C-A6DD-7C2D-B38A-E0455ABB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8F35-B010-2710-16F6-2044E7794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5211D-BCF1-1F30-A7EB-D05BEDFE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BB404-A7FB-16E3-3B99-BA229D2E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CA693-D984-9D9A-08F7-A0D0C729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0067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B4D0-6838-225C-1AD4-E1AF530C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17EE9-10FA-0DD6-8AD8-908AB31D1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607A-49B9-BC61-6FB0-5508C87D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E7DE-225C-6347-1C95-F14288EB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38D6-B745-D623-D4F0-F5750425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1602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90D4-B66A-6B16-FBEA-4524C99B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EA5D-B185-80CC-B7AE-621289047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09B80-576F-9130-D6D2-7683EE49D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0F529-1E84-4B20-9481-A9232F23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1ABAE-033B-1E20-1576-C149B3EA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7D33-5D94-C0E2-5156-61ABE423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999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9E15-2D3C-B84B-A7BD-AA971252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7BC85-AE39-0D2C-E27B-CABB48F63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EAB45-C243-7AD9-6453-4AAA8BD64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88E10-43A6-46BA-9619-5FCE38E61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58D84-1569-5070-0AC5-6394A4BD8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5EB58-5280-3A6F-91E5-AF470908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8AFF9-6AA3-7748-9CB1-6750D9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6AC34-099E-A86E-57F1-4F3EDE66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106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F620-E600-84A2-D914-BB6DF0EE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1933E-C310-4295-A215-5003D494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4A190-788F-3020-8B41-54E28F25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B7A17-D2C2-F43C-CB34-0A4FF2E9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9735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0BBFD-661B-1F5C-87CC-F930257F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CA97F-6235-77E3-B2BA-FEFF3CDA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F6373-904D-F4BA-AED0-A1916F1E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0500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4A54-2156-84C1-5C21-70544D02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F49A-1C0B-54F5-7A0F-CB54AD0D0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FFF68-9C23-E99D-EC52-C6F01AC49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1691C-4D19-EFFC-8BB4-703A5669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9720F-1B9B-0CD2-F9BF-50FB0516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16648-DA8B-5CAD-0B9B-E80346FF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239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65E4-9A20-FEB3-6E7A-313DCFFD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46FAD-0E25-D230-0AD1-57CFAAEFF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F763D-38E2-DF10-165A-F38D4530D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A4DF0-27D9-EF8F-13F7-A40517A2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F4F1F-FA1D-BE12-8DAD-8D3B3B0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9822F-C283-1F5C-E033-55F58A0D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83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AFFD-9A34-8E9A-395F-DC62AE6C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816EC-C573-8E30-8D6E-7633FB6FE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C8A2-9E8E-FBE3-64B7-E5AF007E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ACEA-F103-E40F-DF96-7AB3D4CE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E5A6F-0B6F-7ED0-90B5-82BFD6CE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576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3DBC0-CD3F-79DC-0587-D438C50AD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7837A-E970-F3F3-6653-F0D1B1748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F755F-A4DD-BD2B-242D-0D33CAF2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9698A-1896-2743-1FAB-B6812AAC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0021C-D346-3F79-DC6A-188FFD68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600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EB68A-37BE-C4A4-11C5-DCDD5AF0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5DCD7-A9DD-26E8-A523-1681F1465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0A0B9-C950-B169-F5AF-EB5BC5E9C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CC793-674C-0247-AE7C-5677D9FFE0D8}" type="datetimeFigureOut">
              <a:rPr lang="en-KR" smtClean="0"/>
              <a:t>11/14/25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D1E6-E733-7502-E6ED-FFE4BBDC2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AB9F-B19F-9174-4940-6F954206E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B4AE7-9AE1-AD40-857A-13339F436BF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6064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9211DD-8612-0219-0ACB-E4CAB17E5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68" y="356260"/>
            <a:ext cx="10712532" cy="6222669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파이썬 설치</a:t>
            </a:r>
            <a:endParaRPr lang="en-US" altLang="ko-KR" dirty="0"/>
          </a:p>
          <a:p>
            <a:pPr lvl="1"/>
            <a:r>
              <a:rPr lang="en-US" dirty="0">
                <a:hlinkClick r:id="rId2"/>
              </a:rPr>
              <a:t>https://www.anaconda.com</a:t>
            </a:r>
            <a:endParaRPr lang="en-US" dirty="0"/>
          </a:p>
          <a:p>
            <a:pPr lvl="1"/>
            <a:r>
              <a:rPr lang="ko-KR" altLang="en-US" dirty="0"/>
              <a:t>설치 과정에서 환경변수 항목 필수 체크</a:t>
            </a:r>
            <a:endParaRPr lang="en-US" altLang="ko-KR" dirty="0"/>
          </a:p>
          <a:p>
            <a:r>
              <a:rPr lang="ko-KR" altLang="en-US" dirty="0"/>
              <a:t>폰트 설치</a:t>
            </a:r>
            <a:endParaRPr lang="en-US" altLang="ko-KR" dirty="0"/>
          </a:p>
          <a:p>
            <a:pPr lvl="1"/>
            <a:r>
              <a:rPr lang="en-US" dirty="0"/>
              <a:t>D2Coding-Ver1.3.2-20180524.ttc</a:t>
            </a:r>
            <a:r>
              <a:rPr lang="ko-KR" altLang="en-US" dirty="0"/>
              <a:t> 파일 클릭하여 폰트 설치</a:t>
            </a:r>
            <a:endParaRPr lang="en-US" altLang="ko-KR" dirty="0"/>
          </a:p>
          <a:p>
            <a:pPr lvl="1"/>
            <a:r>
              <a:rPr lang="ko-KR" altLang="en-US" dirty="0"/>
              <a:t>한글이 깨지는 현상 방지</a:t>
            </a:r>
            <a:endParaRPr lang="en-US" altLang="ko-KR" dirty="0"/>
          </a:p>
          <a:p>
            <a:r>
              <a:rPr lang="ko-KR" altLang="en-US" dirty="0"/>
              <a:t>필수 패키지 설치</a:t>
            </a:r>
            <a:endParaRPr lang="en-US" altLang="ko-KR" dirty="0"/>
          </a:p>
          <a:p>
            <a:pPr lvl="1"/>
            <a:r>
              <a:rPr lang="ko-KR" altLang="en-US" dirty="0"/>
              <a:t>명령</a:t>
            </a:r>
            <a:r>
              <a:rPr lang="en-US" altLang="ko-KR" dirty="0"/>
              <a:t> </a:t>
            </a:r>
            <a:r>
              <a:rPr lang="ko-KR" altLang="en-US" dirty="0"/>
              <a:t>프롬프트에 아래 명령어 입력</a:t>
            </a:r>
            <a:endParaRPr lang="en-US" altLang="ko-KR" dirty="0"/>
          </a:p>
          <a:p>
            <a:pPr lvl="2"/>
            <a:r>
              <a:rPr lang="en-US" dirty="0"/>
              <a:t>pip install </a:t>
            </a:r>
            <a:r>
              <a:rPr lang="en-US" dirty="0" err="1"/>
              <a:t>pygame</a:t>
            </a:r>
            <a:endParaRPr lang="en-US" dirty="0"/>
          </a:p>
          <a:p>
            <a:pPr lvl="1"/>
            <a:r>
              <a:rPr lang="ko-KR" altLang="en-US" dirty="0"/>
              <a:t>윈도우 사용시 </a:t>
            </a:r>
            <a:r>
              <a:rPr lang="en-US" altLang="ko-KR" dirty="0"/>
              <a:t>anaconda prompt</a:t>
            </a:r>
            <a:r>
              <a:rPr lang="ko-KR" altLang="en-US" dirty="0" err="1"/>
              <a:t>를</a:t>
            </a:r>
            <a:r>
              <a:rPr lang="ko-KR" altLang="en-US" dirty="0"/>
              <a:t> 검색하여 실행하면 명령 프롬프트가 나옵니다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맥 사용시 </a:t>
            </a:r>
            <a:r>
              <a:rPr lang="en-US" altLang="ko-KR" dirty="0"/>
              <a:t>terminal</a:t>
            </a:r>
            <a:r>
              <a:rPr lang="ko-KR" altLang="en-US" dirty="0"/>
              <a:t>을 검색하면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앱 실행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가지 방법이 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번째 방법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VS code</a:t>
            </a:r>
            <a:r>
              <a:rPr lang="ko-KR" altLang="en-US" dirty="0"/>
              <a:t>가 설치되어 있는 경우</a:t>
            </a:r>
            <a:endParaRPr lang="en-US" altLang="ko-KR" dirty="0"/>
          </a:p>
          <a:p>
            <a:pPr lvl="2"/>
            <a:r>
              <a:rPr lang="en-US" altLang="ko-KR" dirty="0"/>
              <a:t>VS code</a:t>
            </a:r>
            <a:r>
              <a:rPr lang="ko-KR" altLang="en-US" dirty="0" err="1"/>
              <a:t>를</a:t>
            </a:r>
            <a:r>
              <a:rPr lang="ko-KR" altLang="en-US" dirty="0"/>
              <a:t> 실행하고 </a:t>
            </a:r>
            <a:r>
              <a:rPr lang="en-US" altLang="ko-KR" dirty="0" err="1"/>
              <a:t>Braile</a:t>
            </a:r>
            <a:r>
              <a:rPr lang="en-US" altLang="ko-KR" dirty="0"/>
              <a:t> </a:t>
            </a:r>
            <a:r>
              <a:rPr lang="ko-KR" altLang="en-US" dirty="0"/>
              <a:t>폴더를 오픈</a:t>
            </a:r>
            <a:r>
              <a:rPr lang="en-US" altLang="ko-KR" dirty="0"/>
              <a:t>(</a:t>
            </a:r>
            <a:r>
              <a:rPr lang="en-US" altLang="ko-KR" dirty="0" err="1"/>
              <a:t>main.py</a:t>
            </a:r>
            <a:r>
              <a:rPr lang="ko-KR" altLang="en-US" dirty="0"/>
              <a:t>같은 파일이 아닌 폴더를 오픈 해야함</a:t>
            </a:r>
            <a:r>
              <a:rPr lang="en-US" altLang="ko-KR" dirty="0"/>
              <a:t>).</a:t>
            </a:r>
          </a:p>
          <a:p>
            <a:pPr lvl="2"/>
            <a:r>
              <a:rPr lang="en-US" altLang="ko-KR" dirty="0" err="1"/>
              <a:t>main.py</a:t>
            </a:r>
            <a:r>
              <a:rPr lang="ko-KR" altLang="en-US" dirty="0" err="1"/>
              <a:t>를</a:t>
            </a:r>
            <a:r>
              <a:rPr lang="ko-KR" altLang="en-US" dirty="0"/>
              <a:t> 왼편 </a:t>
            </a:r>
            <a:r>
              <a:rPr lang="ko-KR" altLang="en-US" dirty="0" err="1"/>
              <a:t>네이게이터에서</a:t>
            </a:r>
            <a:r>
              <a:rPr lang="ko-KR" altLang="en-US" dirty="0"/>
              <a:t> </a:t>
            </a:r>
            <a:r>
              <a:rPr lang="ko-KR" altLang="en-US" dirty="0" err="1"/>
              <a:t>더블클릭하여</a:t>
            </a:r>
            <a:r>
              <a:rPr lang="ko-KR" altLang="en-US" dirty="0"/>
              <a:t> 파일을 오픈합니다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오른쪽 상단의 </a:t>
            </a:r>
            <a:r>
              <a:rPr lang="ko-KR" altLang="en-US" dirty="0" err="1"/>
              <a:t>삼격형</a:t>
            </a:r>
            <a:r>
              <a:rPr lang="ko-KR" altLang="en-US" dirty="0"/>
              <a:t> 모양의 재생버튼 클릭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번째 방법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VS code</a:t>
            </a:r>
            <a:r>
              <a:rPr lang="ko-KR" altLang="en-US" dirty="0"/>
              <a:t>가 설치되어 있지 않은 경우</a:t>
            </a:r>
            <a:endParaRPr lang="en-US" altLang="ko-KR" dirty="0"/>
          </a:p>
          <a:p>
            <a:pPr lvl="2"/>
            <a:r>
              <a:rPr lang="ko-KR" altLang="en-US" dirty="0"/>
              <a:t>명령 프롬프트를 실행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프롬프트의 현재 위치를 </a:t>
            </a:r>
            <a:r>
              <a:rPr lang="en-US" altLang="ko-KR" dirty="0"/>
              <a:t>Braille</a:t>
            </a:r>
            <a:r>
              <a:rPr lang="ko-KR" altLang="en-US" dirty="0"/>
              <a:t> 폴더로 이동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프롬프트에 아래의 명령어 입력</a:t>
            </a:r>
            <a:endParaRPr lang="en-US" altLang="ko-KR" dirty="0"/>
          </a:p>
          <a:p>
            <a:pPr lvl="3"/>
            <a:r>
              <a:rPr lang="en-US" altLang="ko-KR" dirty="0"/>
              <a:t>python </a:t>
            </a:r>
            <a:r>
              <a:rPr lang="en-US" altLang="ko-KR" dirty="0" err="1"/>
              <a:t>main.py</a:t>
            </a:r>
            <a:endParaRPr lang="en-US" altLang="ko-KR" dirty="0"/>
          </a:p>
          <a:p>
            <a:pPr lvl="2"/>
            <a:r>
              <a:rPr lang="ko-KR" altLang="en-US" dirty="0"/>
              <a:t>오른쪽 사진은 저의 컴퓨터 환경을 기준으로 보여드린 예시입니다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사용하는 컴퓨터에 따라 폴더의 위치 및 프롬프트의 기본 위치가 다릅니다</a:t>
            </a:r>
            <a:r>
              <a:rPr lang="en-US" altLang="ko-KR" dirty="0"/>
              <a:t>,</a:t>
            </a:r>
          </a:p>
          <a:p>
            <a:pPr lvl="2"/>
            <a:r>
              <a:rPr lang="en-US" altLang="ko-KR" dirty="0"/>
              <a:t>Braille</a:t>
            </a:r>
            <a:r>
              <a:rPr lang="ko-KR" altLang="en-US" dirty="0"/>
              <a:t>폴더가 저장된 위치와 명령 프롬프트의 위치를 잘 확인하시고 위의 과정을 진행해 주시기 바랍니다</a:t>
            </a:r>
            <a:r>
              <a:rPr lang="en-US" altLang="ko-KR" dirty="0"/>
              <a:t>.</a:t>
            </a:r>
          </a:p>
          <a:p>
            <a:pPr lvl="3"/>
            <a:endParaRPr lang="en-US" altLang="ko-KR" dirty="0"/>
          </a:p>
          <a:p>
            <a:pPr lvl="1"/>
            <a:endParaRPr lang="en-KR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C4437A-283C-52DE-08C0-A80937BF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378" y="4944720"/>
            <a:ext cx="4127500" cy="825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1C1B0E-F7E4-98E2-BD45-66AB8540166D}"/>
              </a:ext>
            </a:extLst>
          </p:cNvPr>
          <p:cNvCxnSpPr/>
          <p:nvPr/>
        </p:nvCxnSpPr>
        <p:spPr>
          <a:xfrm flipH="1">
            <a:off x="10007064" y="3927107"/>
            <a:ext cx="796814" cy="1430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5F29E1-5CF0-E7A1-36E5-97D57E5987DB}"/>
              </a:ext>
            </a:extLst>
          </p:cNvPr>
          <p:cNvSpPr txBox="1"/>
          <p:nvPr/>
        </p:nvSpPr>
        <p:spPr>
          <a:xfrm>
            <a:off x="10266946" y="3619330"/>
            <a:ext cx="192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프롬프트의 현재 위치</a:t>
            </a:r>
            <a:endParaRPr lang="en-KR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17921E-9B78-131A-DAE3-CCBDFC5DCA1C}"/>
              </a:ext>
            </a:extLst>
          </p:cNvPr>
          <p:cNvCxnSpPr>
            <a:cxnSpLocks/>
          </p:cNvCxnSpPr>
          <p:nvPr/>
        </p:nvCxnSpPr>
        <p:spPr>
          <a:xfrm flipH="1">
            <a:off x="7243010" y="3436219"/>
            <a:ext cx="944879" cy="1767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E6D2B7-AC9B-B5DD-5FE3-D32898D7D252}"/>
              </a:ext>
            </a:extLst>
          </p:cNvPr>
          <p:cNvSpPr txBox="1"/>
          <p:nvPr/>
        </p:nvSpPr>
        <p:spPr>
          <a:xfrm>
            <a:off x="7777601" y="2944374"/>
            <a:ext cx="192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프롬프트의 위치를 변경하는 명령어</a:t>
            </a:r>
            <a:endParaRPr lang="en-KR" sz="1400" dirty="0"/>
          </a:p>
        </p:txBody>
      </p:sp>
    </p:spTree>
    <p:extLst>
      <p:ext uri="{BB962C8B-B14F-4D97-AF65-F5344CB8AC3E}">
        <p14:creationId xmlns:p14="http://schemas.microsoft.com/office/powerpoint/2010/main" val="227886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181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영균 신</dc:creator>
  <cp:lastModifiedBy>영균 신</cp:lastModifiedBy>
  <cp:revision>2</cp:revision>
  <dcterms:created xsi:type="dcterms:W3CDTF">2025-11-14T07:55:28Z</dcterms:created>
  <dcterms:modified xsi:type="dcterms:W3CDTF">2025-11-14T08:19:35Z</dcterms:modified>
</cp:coreProperties>
</file>